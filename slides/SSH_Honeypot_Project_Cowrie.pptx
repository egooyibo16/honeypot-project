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SSH Honeypot Project with Cowrie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Kali Linux Honeypot Deployment and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Cloning the Cowrie repository and navigating into the project directory.</a:t>
            </a:r>
          </a:p>
        </p:txBody>
      </p:sp>
      <p:pic>
        <p:nvPicPr>
          <p:cNvPr id="4" name="Picture 3" descr="8F76F16D-EB5D-4C73-BC91-2C6B90972F0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Environment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Creating and activating the Python virtual environment.</a:t>
            </a:r>
          </a:p>
        </p:txBody>
      </p:sp>
      <p:pic>
        <p:nvPicPr>
          <p:cNvPr id="4" name="Picture 3" descr="B24FD070-74CB-409C-95C7-2469EBE5813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Installing Cowrie dependencies and configuring the honeypot.</a:t>
            </a:r>
          </a:p>
        </p:txBody>
      </p:sp>
      <p:pic>
        <p:nvPicPr>
          <p:cNvPr id="4" name="Picture 3" descr="BCBF444D-EDE1-4850-8F3D-223685A4225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Starting Cowrie Honeypot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Launching the Cowrie SSH honeypot successfully.</a:t>
            </a:r>
          </a:p>
        </p:txBody>
      </p:sp>
      <p:pic>
        <p:nvPicPr>
          <p:cNvPr id="4" name="Picture 3" descr="F1CBF192-C02F-4152-95AB-D5DB166C378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Attacker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Testing the honeypot with simulated attacker commands.</a:t>
            </a:r>
          </a:p>
        </p:txBody>
      </p:sp>
      <p:pic>
        <p:nvPicPr>
          <p:cNvPr id="4" name="Picture 3" descr="925C3B61-7F02-412A-80E5-7DE8BC38240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Captured SSH Session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Viewing captured SSH logs and attacker activity.</a:t>
            </a:r>
          </a:p>
        </p:txBody>
      </p:sp>
      <p:pic>
        <p:nvPicPr>
          <p:cNvPr id="4" name="Picture 3" descr="71716DDB-B895-4F44-B58B-88F91F13728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demonstrated the deployment of a Cowrie SSH honeypot on Kali Linux, including setup, configuration, attacker interaction simulation, and log monitoring for cybersecurity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